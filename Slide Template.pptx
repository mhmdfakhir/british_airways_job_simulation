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</p:sldIdLst>
  <p:sldSz cx="10693400" cy="7556500"/>
  <p:notesSz cx="6858000" cy="9144000"/>
  <p:embeddedFontLst>
    <p:embeddedFont>
      <p:font typeface="Agrandir Ultra-Bold" charset="1" panose="00000A00000000000000"/>
      <p:regular r:id="rId9"/>
    </p:embeddedFont>
    <p:embeddedFont>
      <p:font typeface="Agrandir" charset="1" panose="00000500000000000000"/>
      <p:regular r:id="rId10"/>
    </p:embeddedFont>
    <p:embeddedFont>
      <p:font typeface="Agrandir Heavy" charset="1" panose="00000900000000000000"/>
      <p:regular r:id="rId11"/>
    </p:embeddedFont>
    <p:embeddedFont>
      <p:font typeface="Agrandir Bold" charset="1" panose="00000800000000000000"/>
      <p:regular r:id="rId12"/>
    </p:embeddedFont>
    <p:embeddedFont>
      <p:font typeface="Canva Sans" charset="1" panose="020B0503030501040103"/>
      <p:regular r:id="rId13"/>
    </p:embeddedFont>
    <p:embeddedFont>
      <p:font typeface="Canva Sans Bold" charset="1" panose="020B0803030501040103"/>
      <p:regular r:id="rId14"/>
    </p:embeddedFont>
    <p:embeddedFont>
      <p:font typeface="Canva Sans Bold Italics" charset="1" panose="020B0803030501040103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fonts/font9.fntdata" Type="http://schemas.openxmlformats.org/officeDocument/2006/relationships/font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6.png" Type="http://schemas.openxmlformats.org/officeDocument/2006/relationships/image"/><Relationship Id="rId7" Target="../media/image7.svg" Type="http://schemas.openxmlformats.org/officeDocument/2006/relationships/image"/><Relationship Id="rId8" Target="../media/image9.png" Type="http://schemas.openxmlformats.org/officeDocument/2006/relationships/image"/><Relationship Id="rId9" Target="../media/image10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1185" y="242959"/>
            <a:ext cx="2838078" cy="2554270"/>
          </a:xfrm>
          <a:custGeom>
            <a:avLst/>
            <a:gdLst/>
            <a:ahLst/>
            <a:cxnLst/>
            <a:rect r="r" b="b" t="t" l="l"/>
            <a:pathLst>
              <a:path h="2554270" w="2838078">
                <a:moveTo>
                  <a:pt x="0" y="0"/>
                </a:moveTo>
                <a:lnTo>
                  <a:pt x="2838077" y="0"/>
                </a:lnTo>
                <a:lnTo>
                  <a:pt x="2838077" y="2554270"/>
                </a:lnTo>
                <a:lnTo>
                  <a:pt x="0" y="25542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423049" y="4327832"/>
            <a:ext cx="9845902" cy="0"/>
          </a:xfrm>
          <a:prstGeom prst="line">
            <a:avLst/>
          </a:prstGeom>
          <a:ln cap="flat" w="19050">
            <a:solidFill>
              <a:srgbClr val="6494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flipV="true">
            <a:off x="3780547" y="435430"/>
            <a:ext cx="0" cy="3726146"/>
          </a:xfrm>
          <a:prstGeom prst="line">
            <a:avLst/>
          </a:prstGeom>
          <a:ln cap="flat" w="19050">
            <a:solidFill>
              <a:srgbClr val="6494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4010984" y="1952570"/>
            <a:ext cx="6257967" cy="0"/>
          </a:xfrm>
          <a:prstGeom prst="line">
            <a:avLst/>
          </a:prstGeom>
          <a:ln cap="flat" w="19050">
            <a:solidFill>
              <a:srgbClr val="6494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9153010" y="242959"/>
            <a:ext cx="947981" cy="1520086"/>
          </a:xfrm>
          <a:custGeom>
            <a:avLst/>
            <a:gdLst/>
            <a:ahLst/>
            <a:cxnLst/>
            <a:rect r="r" b="b" t="t" l="l"/>
            <a:pathLst>
              <a:path h="1520086" w="947981">
                <a:moveTo>
                  <a:pt x="0" y="0"/>
                </a:moveTo>
                <a:lnTo>
                  <a:pt x="947981" y="0"/>
                </a:lnTo>
                <a:lnTo>
                  <a:pt x="947981" y="1520086"/>
                </a:lnTo>
                <a:lnTo>
                  <a:pt x="0" y="152008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7" id="7"/>
          <p:cNvSpPr/>
          <p:nvPr/>
        </p:nvSpPr>
        <p:spPr>
          <a:xfrm flipV="true">
            <a:off x="7995203" y="2064626"/>
            <a:ext cx="0" cy="2143483"/>
          </a:xfrm>
          <a:prstGeom prst="line">
            <a:avLst/>
          </a:prstGeom>
          <a:ln cap="flat" w="19050">
            <a:solidFill>
              <a:srgbClr val="649450"/>
            </a:solidFill>
            <a:prstDash val="sysDot"/>
            <a:headEnd type="none" len="sm" w="sm"/>
            <a:tailEnd type="none" len="sm" w="sm"/>
          </a:ln>
        </p:spPr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645514" y="1890184"/>
            <a:ext cx="4385646" cy="1290513"/>
          </a:xfrm>
          <a:prstGeom prst="rect">
            <a:avLst/>
          </a:prstGeom>
        </p:spPr>
      </p:pic>
      <p:sp>
        <p:nvSpPr>
          <p:cNvPr name="AutoShape 9" id="9"/>
          <p:cNvSpPr/>
          <p:nvPr/>
        </p:nvSpPr>
        <p:spPr>
          <a:xfrm flipV="true">
            <a:off x="5752276" y="4503986"/>
            <a:ext cx="0" cy="2816616"/>
          </a:xfrm>
          <a:prstGeom prst="line">
            <a:avLst/>
          </a:prstGeom>
          <a:ln cap="flat" w="19050">
            <a:solidFill>
              <a:srgbClr val="6494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6006998" y="4699307"/>
            <a:ext cx="2161470" cy="2047502"/>
          </a:xfrm>
          <a:custGeom>
            <a:avLst/>
            <a:gdLst/>
            <a:ahLst/>
            <a:cxnLst/>
            <a:rect r="r" b="b" t="t" l="l"/>
            <a:pathLst>
              <a:path h="2047502" w="2161470">
                <a:moveTo>
                  <a:pt x="0" y="0"/>
                </a:moveTo>
                <a:lnTo>
                  <a:pt x="2161470" y="0"/>
                </a:lnTo>
                <a:lnTo>
                  <a:pt x="2161470" y="2047502"/>
                </a:lnTo>
                <a:lnTo>
                  <a:pt x="0" y="204750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1" id="11"/>
          <p:cNvSpPr/>
          <p:nvPr/>
        </p:nvSpPr>
        <p:spPr>
          <a:xfrm>
            <a:off x="5938145" y="6943745"/>
            <a:ext cx="4460647" cy="0"/>
          </a:xfrm>
          <a:prstGeom prst="line">
            <a:avLst/>
          </a:prstGeom>
          <a:ln cap="flat" w="19050">
            <a:solidFill>
              <a:srgbClr val="649450"/>
            </a:solidFill>
            <a:prstDash val="sysDot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 flipV="true">
            <a:off x="3001501" y="4488835"/>
            <a:ext cx="0" cy="2816616"/>
          </a:xfrm>
          <a:prstGeom prst="line">
            <a:avLst/>
          </a:prstGeom>
          <a:ln cap="flat" w="19050">
            <a:solidFill>
              <a:srgbClr val="649450"/>
            </a:solidFill>
            <a:prstDash val="sysDot"/>
            <a:headEnd type="none" len="sm" w="sm"/>
            <a:tailEnd type="none" len="sm" w="sm"/>
          </a:ln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670302" y="4436892"/>
            <a:ext cx="1847702" cy="1847702"/>
          </a:xfrm>
          <a:prstGeom prst="rect">
            <a:avLst/>
          </a:prstGeom>
        </p:spPr>
      </p:pic>
      <p:sp>
        <p:nvSpPr>
          <p:cNvPr name="Freeform 14" id="14"/>
          <p:cNvSpPr/>
          <p:nvPr/>
        </p:nvSpPr>
        <p:spPr>
          <a:xfrm flipH="false" flipV="false" rot="0">
            <a:off x="3620386" y="4470707"/>
            <a:ext cx="1434985" cy="1252351"/>
          </a:xfrm>
          <a:custGeom>
            <a:avLst/>
            <a:gdLst/>
            <a:ahLst/>
            <a:cxnLst/>
            <a:rect r="r" b="b" t="t" l="l"/>
            <a:pathLst>
              <a:path h="1252351" w="1434985">
                <a:moveTo>
                  <a:pt x="0" y="0"/>
                </a:moveTo>
                <a:lnTo>
                  <a:pt x="1434985" y="0"/>
                </a:lnTo>
                <a:lnTo>
                  <a:pt x="1434985" y="1252351"/>
                </a:lnTo>
                <a:lnTo>
                  <a:pt x="0" y="12523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313250" y="2832556"/>
            <a:ext cx="3333947" cy="1266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646"/>
              </a:lnSpc>
            </a:pPr>
            <a:r>
              <a:rPr lang="en-US" b="true" sz="3808" spc="258">
                <a:solidFill>
                  <a:srgbClr val="649450"/>
                </a:solidFill>
                <a:latin typeface="Agrandir Ultra-Bold"/>
                <a:ea typeface="Agrandir Ultra-Bold"/>
                <a:cs typeface="Agrandir Ultra-Bold"/>
                <a:sym typeface="Agrandir Ultra-Bold"/>
              </a:rPr>
              <a:t>EXECUTIVE SUMMARY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010984" y="545294"/>
            <a:ext cx="5207726" cy="532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67"/>
              </a:lnSpc>
            </a:pPr>
            <a:r>
              <a:rPr lang="en-US" b="true" sz="2799" spc="190">
                <a:solidFill>
                  <a:srgbClr val="649450"/>
                </a:solidFill>
                <a:latin typeface="Agrandir Ultra-Bold"/>
                <a:ea typeface="Agrandir Ultra-Bold"/>
                <a:cs typeface="Agrandir Ultra-Bold"/>
                <a:sym typeface="Agrandir Ultra-Bold"/>
              </a:rPr>
              <a:t>ONE MILLION FARMERS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10984" y="1155880"/>
            <a:ext cx="4676631" cy="4225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227">
                <a:solidFill>
                  <a:srgbClr val="649450"/>
                </a:solidFill>
                <a:latin typeface="Agrandir"/>
                <a:ea typeface="Agrandir"/>
                <a:cs typeface="Agrandir"/>
                <a:sym typeface="Agrandir"/>
              </a:rPr>
              <a:t>Lorem ipsum dolor sit amet, consectetur adipiscing elit, sed do eiusmod tempor incididunt ut labore et dolore magna aliqua.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8185703" y="2169330"/>
            <a:ext cx="2280307" cy="8081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02"/>
              </a:lnSpc>
            </a:pPr>
            <a:r>
              <a:rPr lang="en-US" b="true" sz="4200" spc="285">
                <a:solidFill>
                  <a:srgbClr val="649450"/>
                </a:solidFill>
                <a:latin typeface="Agrandir Ultra-Bold"/>
                <a:ea typeface="Agrandir Ultra-Bold"/>
                <a:cs typeface="Agrandir Ultra-Bold"/>
                <a:sym typeface="Agrandir Ultra-Bold"/>
              </a:rPr>
              <a:t>1,000+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010984" y="3735778"/>
            <a:ext cx="1443427" cy="33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b="true" sz="1800" spc="122">
                <a:solidFill>
                  <a:srgbClr val="649450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SATISFIED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185703" y="3397617"/>
            <a:ext cx="2112958" cy="622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227">
                <a:solidFill>
                  <a:srgbClr val="649450"/>
                </a:solidFill>
                <a:latin typeface="Agrandir"/>
                <a:ea typeface="Agrandir"/>
                <a:cs typeface="Agrandir"/>
                <a:sym typeface="Agrandir"/>
              </a:rPr>
              <a:t>Lorem ipsum dolor sit amet, consectetur adipiscing elit, sed do eiusmod.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010984" y="2975446"/>
            <a:ext cx="1626992" cy="827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38"/>
              </a:lnSpc>
            </a:pPr>
            <a:r>
              <a:rPr lang="en-US" b="true" sz="4304" spc="292">
                <a:solidFill>
                  <a:srgbClr val="649450"/>
                </a:solidFill>
                <a:latin typeface="Agrandir Ultra-Bold"/>
                <a:ea typeface="Agrandir Ultra-Bold"/>
                <a:cs typeface="Agrandir Ultra-Bold"/>
                <a:sym typeface="Agrandir Ultra-Bold"/>
              </a:rPr>
              <a:t>60%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8185703" y="2945156"/>
            <a:ext cx="3333947" cy="33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58"/>
              </a:lnSpc>
            </a:pPr>
            <a:r>
              <a:rPr lang="en-US" b="true" sz="1800" spc="122">
                <a:solidFill>
                  <a:srgbClr val="649450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SQM LAND AREA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637976" y="3079373"/>
            <a:ext cx="2224308" cy="102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96"/>
              </a:lnSpc>
            </a:pPr>
            <a:r>
              <a:rPr lang="en-US" sz="1227">
                <a:solidFill>
                  <a:srgbClr val="649450"/>
                </a:solidFill>
                <a:latin typeface="Agrandir"/>
                <a:ea typeface="Agrandir"/>
                <a:cs typeface="Agrandir"/>
                <a:sym typeface="Agrandir"/>
              </a:rPr>
              <a:t>Lorem ipsum dolor sit amet, consectetur adipiscing elit, sed do eiusmod tempor incididunt ut labore et dolore magna aliqua.</a:t>
            </a:r>
            <a:r>
              <a:rPr lang="en-US" sz="1227">
                <a:solidFill>
                  <a:srgbClr val="649450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760561" y="4728664"/>
            <a:ext cx="2508390" cy="6320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58"/>
              </a:lnSpc>
            </a:pPr>
            <a:r>
              <a:rPr lang="en-US" b="true" sz="1800" spc="122">
                <a:solidFill>
                  <a:srgbClr val="649450"/>
                </a:solidFill>
                <a:latin typeface="Agrandir Ultra-Bold"/>
                <a:ea typeface="Agrandir Ultra-Bold"/>
                <a:cs typeface="Agrandir Ultra-Bold"/>
                <a:sym typeface="Agrandir Ultra-Bold"/>
              </a:rPr>
              <a:t>FUN FACT </a:t>
            </a:r>
          </a:p>
          <a:p>
            <a:pPr algn="r">
              <a:lnSpc>
                <a:spcPts val="2358"/>
              </a:lnSpc>
            </a:pPr>
            <a:r>
              <a:rPr lang="en-US" b="true" sz="1800" spc="122">
                <a:solidFill>
                  <a:srgbClr val="649450"/>
                </a:solidFill>
                <a:latin typeface="Agrandir Ultra-Bold"/>
                <a:ea typeface="Agrandir Ultra-Bold"/>
                <a:cs typeface="Agrandir Ultra-Bold"/>
                <a:sym typeface="Agrandir Ultra-Bold"/>
              </a:rPr>
              <a:t>ABOUT FARMERS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8168468" y="5503618"/>
            <a:ext cx="2100483" cy="1022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596"/>
              </a:lnSpc>
            </a:pPr>
            <a:r>
              <a:rPr lang="en-US" sz="1227">
                <a:solidFill>
                  <a:srgbClr val="649450"/>
                </a:solidFill>
                <a:latin typeface="Agrandir"/>
                <a:ea typeface="Agrandir"/>
                <a:cs typeface="Agrandir"/>
                <a:sym typeface="Agrandir"/>
              </a:rPr>
              <a:t>Lorem ipsum dolor sit amet, consectetur adipiscing elit, sed do eiusmod tempor incididunt ut labore et dolore magna aliqua.</a:t>
            </a:r>
            <a:r>
              <a:rPr lang="en-US" sz="1227">
                <a:solidFill>
                  <a:srgbClr val="649450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28846" y="7143526"/>
            <a:ext cx="2303843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42" b="true">
                <a:solidFill>
                  <a:srgbClr val="649450"/>
                </a:solidFill>
                <a:latin typeface="Agrandir Bold"/>
                <a:ea typeface="Agrandir Bold"/>
                <a:cs typeface="Agrandir Bold"/>
                <a:sym typeface="Agrandir Bold"/>
              </a:rPr>
              <a:t>hello@reallygreatsite.com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8695463" y="7143526"/>
            <a:ext cx="1777248" cy="152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0"/>
              </a:lnSpc>
            </a:pPr>
            <a:r>
              <a:rPr lang="en-US" sz="900" spc="42" b="true">
                <a:solidFill>
                  <a:srgbClr val="649450"/>
                </a:solidFill>
                <a:latin typeface="Agrandir Bold"/>
                <a:ea typeface="Agrandir Bold"/>
                <a:cs typeface="Agrandir Bold"/>
                <a:sym typeface="Agrandir Bold"/>
              </a:rPr>
              <a:t>www.reallygreatsite.com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537674" y="6662902"/>
            <a:ext cx="2112958" cy="622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"/>
              </a:lnSpc>
            </a:pPr>
            <a:r>
              <a:rPr lang="en-US" sz="1227">
                <a:solidFill>
                  <a:srgbClr val="649450"/>
                </a:solidFill>
                <a:latin typeface="Agrandir"/>
                <a:ea typeface="Agrandir"/>
                <a:cs typeface="Agrandir"/>
                <a:sym typeface="Agrandir"/>
              </a:rPr>
              <a:t>Lorem ipsum dolor sit amet, consectetur adipiscing elit, sed do eiusmod.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-72820" y="6283019"/>
            <a:ext cx="3333947" cy="33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b="true" sz="1800" spc="122">
                <a:solidFill>
                  <a:srgbClr val="649450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LOCAL FARMERS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3285881" y="5691078"/>
            <a:ext cx="2280307" cy="673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16"/>
              </a:lnSpc>
            </a:pPr>
            <a:r>
              <a:rPr lang="en-US" b="true" sz="3600" spc="244">
                <a:solidFill>
                  <a:srgbClr val="649450"/>
                </a:solidFill>
                <a:latin typeface="Agrandir Ultra-Bold"/>
                <a:ea typeface="Agrandir Ultra-Bold"/>
                <a:cs typeface="Agrandir Ultra-Bold"/>
                <a:sym typeface="Agrandir Ultra-Bold"/>
              </a:rPr>
              <a:t>100%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59061" y="6298011"/>
            <a:ext cx="3333947" cy="3368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58"/>
              </a:lnSpc>
            </a:pPr>
            <a:r>
              <a:rPr lang="en-US" b="true" sz="1800" spc="122">
                <a:solidFill>
                  <a:srgbClr val="649450"/>
                </a:solidFill>
                <a:latin typeface="Agrandir Heavy"/>
                <a:ea typeface="Agrandir Heavy"/>
                <a:cs typeface="Agrandir Heavy"/>
                <a:sym typeface="Agrandir Heavy"/>
              </a:rPr>
              <a:t>FRESH PRODUCE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3320410" y="6666329"/>
            <a:ext cx="2112958" cy="6225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96"/>
              </a:lnSpc>
            </a:pPr>
            <a:r>
              <a:rPr lang="en-US" sz="1227">
                <a:solidFill>
                  <a:srgbClr val="649450"/>
                </a:solidFill>
                <a:latin typeface="Agrandir"/>
                <a:ea typeface="Agrandir"/>
                <a:cs typeface="Agrandir"/>
                <a:sym typeface="Agrandir"/>
              </a:rPr>
              <a:t>Lorem ipsum dolor sit amet, consectetur adipiscing elit, sed do eiusmod.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20727" y="2028314"/>
            <a:ext cx="2980314" cy="4326566"/>
            <a:chOff x="0" y="0"/>
            <a:chExt cx="1342589" cy="194905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342589" cy="1949056"/>
            </a:xfrm>
            <a:custGeom>
              <a:avLst/>
              <a:gdLst/>
              <a:ahLst/>
              <a:cxnLst/>
              <a:rect r="r" b="b" t="t" l="l"/>
              <a:pathLst>
                <a:path h="1949056" w="1342589">
                  <a:moveTo>
                    <a:pt x="36449" y="0"/>
                  </a:moveTo>
                  <a:lnTo>
                    <a:pt x="1306139" y="0"/>
                  </a:lnTo>
                  <a:cubicBezTo>
                    <a:pt x="1315806" y="0"/>
                    <a:pt x="1325077" y="3840"/>
                    <a:pt x="1331913" y="10676"/>
                  </a:cubicBezTo>
                  <a:cubicBezTo>
                    <a:pt x="1338748" y="17511"/>
                    <a:pt x="1342589" y="26782"/>
                    <a:pt x="1342589" y="36449"/>
                  </a:cubicBezTo>
                  <a:lnTo>
                    <a:pt x="1342589" y="1912607"/>
                  </a:lnTo>
                  <a:cubicBezTo>
                    <a:pt x="1342589" y="1932737"/>
                    <a:pt x="1326270" y="1949056"/>
                    <a:pt x="1306139" y="1949056"/>
                  </a:cubicBezTo>
                  <a:lnTo>
                    <a:pt x="36449" y="1949056"/>
                  </a:lnTo>
                  <a:cubicBezTo>
                    <a:pt x="16319" y="1949056"/>
                    <a:pt x="0" y="1932737"/>
                    <a:pt x="0" y="1912607"/>
                  </a:cubicBezTo>
                  <a:lnTo>
                    <a:pt x="0" y="36449"/>
                  </a:lnTo>
                  <a:cubicBezTo>
                    <a:pt x="0" y="16319"/>
                    <a:pt x="16319" y="0"/>
                    <a:pt x="36449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342589" cy="1958581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1441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40259" y="2028314"/>
            <a:ext cx="6731014" cy="4326566"/>
            <a:chOff x="0" y="0"/>
            <a:chExt cx="3032225" cy="19490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32225" cy="1949056"/>
            </a:xfrm>
            <a:custGeom>
              <a:avLst/>
              <a:gdLst/>
              <a:ahLst/>
              <a:cxnLst/>
              <a:rect r="r" b="b" t="t" l="l"/>
              <a:pathLst>
                <a:path h="1949056" w="3032225">
                  <a:moveTo>
                    <a:pt x="16139" y="0"/>
                  </a:moveTo>
                  <a:lnTo>
                    <a:pt x="3016086" y="0"/>
                  </a:lnTo>
                  <a:cubicBezTo>
                    <a:pt x="3020366" y="0"/>
                    <a:pt x="3024471" y="1700"/>
                    <a:pt x="3027498" y="4727"/>
                  </a:cubicBezTo>
                  <a:cubicBezTo>
                    <a:pt x="3030525" y="7754"/>
                    <a:pt x="3032225" y="11859"/>
                    <a:pt x="3032225" y="16139"/>
                  </a:cubicBezTo>
                  <a:lnTo>
                    <a:pt x="3032225" y="1932917"/>
                  </a:lnTo>
                  <a:cubicBezTo>
                    <a:pt x="3032225" y="1937197"/>
                    <a:pt x="3030525" y="1941302"/>
                    <a:pt x="3027498" y="1944329"/>
                  </a:cubicBezTo>
                  <a:cubicBezTo>
                    <a:pt x="3024471" y="1947356"/>
                    <a:pt x="3020366" y="1949056"/>
                    <a:pt x="3016086" y="1949056"/>
                  </a:cubicBezTo>
                  <a:lnTo>
                    <a:pt x="16139" y="1949056"/>
                  </a:lnTo>
                  <a:cubicBezTo>
                    <a:pt x="11859" y="1949056"/>
                    <a:pt x="7754" y="1947356"/>
                    <a:pt x="4727" y="1944329"/>
                  </a:cubicBezTo>
                  <a:cubicBezTo>
                    <a:pt x="1700" y="1941302"/>
                    <a:pt x="0" y="1937197"/>
                    <a:pt x="0" y="1932917"/>
                  </a:cubicBezTo>
                  <a:lnTo>
                    <a:pt x="0" y="16139"/>
                  </a:lnTo>
                  <a:cubicBezTo>
                    <a:pt x="0" y="11859"/>
                    <a:pt x="1700" y="7754"/>
                    <a:pt x="4727" y="4727"/>
                  </a:cubicBezTo>
                  <a:cubicBezTo>
                    <a:pt x="7754" y="1700"/>
                    <a:pt x="11859" y="0"/>
                    <a:pt x="16139" y="0"/>
                  </a:cubicBezTo>
                  <a:close/>
                </a:path>
              </a:pathLst>
            </a:custGeom>
            <a:solidFill>
              <a:srgbClr val="F0F0F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9525"/>
              <a:ext cx="3032225" cy="1958581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1441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33998" y="2192435"/>
            <a:ext cx="2553771" cy="378404"/>
            <a:chOff x="0" y="0"/>
            <a:chExt cx="1150437" cy="170466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150437" cy="170466"/>
            </a:xfrm>
            <a:custGeom>
              <a:avLst/>
              <a:gdLst/>
              <a:ahLst/>
              <a:cxnLst/>
              <a:rect r="r" b="b" t="t" l="l"/>
              <a:pathLst>
                <a:path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F1A38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9525"/>
              <a:ext cx="1150437" cy="179991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1441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5628881" y="2192435"/>
            <a:ext cx="2553771" cy="378404"/>
            <a:chOff x="0" y="0"/>
            <a:chExt cx="1150437" cy="170466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150437" cy="170466"/>
            </a:xfrm>
            <a:custGeom>
              <a:avLst/>
              <a:gdLst/>
              <a:ahLst/>
              <a:cxnLst/>
              <a:rect r="r" b="b" t="t" l="l"/>
              <a:pathLst>
                <a:path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F1A38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9525"/>
              <a:ext cx="1150437" cy="179991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1441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33998" y="4901916"/>
            <a:ext cx="2553771" cy="378404"/>
            <a:chOff x="0" y="0"/>
            <a:chExt cx="1150437" cy="17046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150437" cy="170466"/>
            </a:xfrm>
            <a:custGeom>
              <a:avLst/>
              <a:gdLst/>
              <a:ahLst/>
              <a:cxnLst/>
              <a:rect r="r" b="b" t="t" l="l"/>
              <a:pathLst>
                <a:path h="170466" w="1150437">
                  <a:moveTo>
                    <a:pt x="31903" y="0"/>
                  </a:moveTo>
                  <a:lnTo>
                    <a:pt x="1118534" y="0"/>
                  </a:lnTo>
                  <a:cubicBezTo>
                    <a:pt x="1126995" y="0"/>
                    <a:pt x="1135110" y="3361"/>
                    <a:pt x="1141093" y="9344"/>
                  </a:cubicBezTo>
                  <a:cubicBezTo>
                    <a:pt x="1147076" y="15327"/>
                    <a:pt x="1150437" y="23442"/>
                    <a:pt x="1150437" y="31903"/>
                  </a:cubicBezTo>
                  <a:lnTo>
                    <a:pt x="1150437" y="138563"/>
                  </a:lnTo>
                  <a:cubicBezTo>
                    <a:pt x="1150437" y="147024"/>
                    <a:pt x="1147076" y="155139"/>
                    <a:pt x="1141093" y="161122"/>
                  </a:cubicBezTo>
                  <a:cubicBezTo>
                    <a:pt x="1135110" y="167104"/>
                    <a:pt x="1126995" y="170466"/>
                    <a:pt x="1118534" y="170466"/>
                  </a:cubicBezTo>
                  <a:lnTo>
                    <a:pt x="31903" y="170466"/>
                  </a:lnTo>
                  <a:cubicBezTo>
                    <a:pt x="23442" y="170466"/>
                    <a:pt x="15327" y="167104"/>
                    <a:pt x="9344" y="161122"/>
                  </a:cubicBezTo>
                  <a:cubicBezTo>
                    <a:pt x="3361" y="155139"/>
                    <a:pt x="0" y="147024"/>
                    <a:pt x="0" y="138563"/>
                  </a:cubicBezTo>
                  <a:lnTo>
                    <a:pt x="0" y="31903"/>
                  </a:lnTo>
                  <a:cubicBezTo>
                    <a:pt x="0" y="23442"/>
                    <a:pt x="3361" y="15327"/>
                    <a:pt x="9344" y="9344"/>
                  </a:cubicBezTo>
                  <a:cubicBezTo>
                    <a:pt x="15327" y="3361"/>
                    <a:pt x="23442" y="0"/>
                    <a:pt x="3190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9525" cap="sq">
              <a:solidFill>
                <a:srgbClr val="0F1A38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9525"/>
              <a:ext cx="1150437" cy="179991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1441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38592" y="5425108"/>
            <a:ext cx="484302" cy="484302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D3E6CB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1441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1396320" y="5425108"/>
            <a:ext cx="484302" cy="484302"/>
            <a:chOff x="0" y="0"/>
            <a:chExt cx="812800" cy="812800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649450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1441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1954048" y="5425108"/>
            <a:ext cx="484302" cy="484302"/>
            <a:chOff x="0" y="0"/>
            <a:chExt cx="812800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B2BB5C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1441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88599" y="2706186"/>
            <a:ext cx="2444570" cy="304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2"/>
              </a:lnSpc>
            </a:pPr>
            <a:r>
              <a:rPr lang="en-US" sz="99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This presentation template</a:t>
            </a:r>
          </a:p>
          <a:p>
            <a:pPr algn="ctr">
              <a:lnSpc>
                <a:spcPts val="1212"/>
              </a:lnSpc>
            </a:pPr>
            <a:r>
              <a:rPr lang="en-US" sz="993" strike="noStrike" u="none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uses the following free fonts: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55308" y="4512528"/>
            <a:ext cx="2553771" cy="155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12"/>
              </a:lnSpc>
            </a:pPr>
            <a:r>
              <a:rPr lang="en-US" sz="99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You can find these fonts online too.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9910" y="3233194"/>
            <a:ext cx="1841947" cy="1134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01"/>
              </a:lnSpc>
            </a:pPr>
            <a:r>
              <a:rPr lang="en-US" b="true" sz="87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TITLES:</a:t>
            </a:r>
          </a:p>
          <a:p>
            <a:pPr algn="ctr">
              <a:lnSpc>
                <a:spcPts val="1270"/>
              </a:lnSpc>
            </a:pPr>
            <a:r>
              <a:rPr lang="en-US" sz="12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AGRANDIR</a:t>
            </a:r>
          </a:p>
          <a:p>
            <a:pPr algn="ctr">
              <a:lnSpc>
                <a:spcPts val="1270"/>
              </a:lnSpc>
            </a:pPr>
          </a:p>
          <a:p>
            <a:pPr algn="ctr">
              <a:lnSpc>
                <a:spcPts val="901"/>
              </a:lnSpc>
            </a:pPr>
            <a:r>
              <a:rPr lang="en-US" b="true" sz="87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HEADERS:</a:t>
            </a:r>
          </a:p>
          <a:p>
            <a:pPr algn="ctr">
              <a:lnSpc>
                <a:spcPts val="1270"/>
              </a:lnSpc>
            </a:pPr>
            <a:r>
              <a:rPr lang="en-US" sz="12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AGRANDIR</a:t>
            </a:r>
          </a:p>
          <a:p>
            <a:pPr algn="ctr">
              <a:lnSpc>
                <a:spcPts val="1270"/>
              </a:lnSpc>
            </a:pPr>
          </a:p>
          <a:p>
            <a:pPr algn="ctr">
              <a:lnSpc>
                <a:spcPts val="901"/>
              </a:lnSpc>
            </a:pPr>
            <a:r>
              <a:rPr lang="en-US" b="true" sz="875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BODY COPY:</a:t>
            </a:r>
          </a:p>
          <a:p>
            <a:pPr algn="ctr">
              <a:lnSpc>
                <a:spcPts val="1270"/>
              </a:lnSpc>
            </a:pPr>
            <a:r>
              <a:rPr lang="en-US" sz="1233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AGRANDIR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8599" y="5985972"/>
            <a:ext cx="784288" cy="11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"/>
              </a:lnSpc>
            </a:pPr>
            <a:r>
              <a:rPr lang="en-US" b="true" sz="8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#D3E6CB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246327" y="5985972"/>
            <a:ext cx="784288" cy="11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"/>
              </a:lnSpc>
            </a:pPr>
            <a:r>
              <a:rPr lang="en-US" b="true" sz="8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#649450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804055" y="5985972"/>
            <a:ext cx="784288" cy="11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"/>
              </a:lnSpc>
            </a:pPr>
            <a:r>
              <a:rPr lang="en-US" b="true" sz="8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#B2BB5C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2461361" y="1608771"/>
            <a:ext cx="5769277" cy="1993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569"/>
              </a:lnSpc>
            </a:pPr>
            <a:r>
              <a:rPr lang="en-US" sz="1286" strike="noStrike" u="none">
                <a:solidFill>
                  <a:srgbClr val="649450"/>
                </a:solidFill>
                <a:latin typeface="Canva Sans"/>
                <a:ea typeface="Canva Sans"/>
                <a:cs typeface="Canva Sans"/>
                <a:sym typeface="Canva Sans"/>
              </a:rPr>
              <a:t>Use these design resources in your Canva Presentation.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812067" y="6489126"/>
            <a:ext cx="3459207" cy="976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1">
              <a:lnSpc>
                <a:spcPts val="855"/>
              </a:lnSpc>
            </a:pPr>
            <a:r>
              <a:rPr lang="en-US" b="true" sz="701">
                <a:solidFill>
                  <a:srgbClr val="6494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DON'T FORGET TO DELETE THIS </a:t>
            </a:r>
            <a:r>
              <a:rPr lang="en-US" b="true" sz="701">
                <a:solidFill>
                  <a:srgbClr val="6494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PAGE BEFORE PRESENTING. 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3197996" y="1092325"/>
            <a:ext cx="4296008" cy="4508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36"/>
              </a:lnSpc>
            </a:pPr>
            <a:r>
              <a:rPr lang="en-US" b="true" sz="3336" spc="-193" strike="noStrike" u="none">
                <a:solidFill>
                  <a:srgbClr val="6494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RESOURCE PAGE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989910" y="2272118"/>
            <a:ext cx="1841947" cy="21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b="true" sz="1461">
                <a:solidFill>
                  <a:srgbClr val="0F1A3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Fonts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5984793" y="2272118"/>
            <a:ext cx="1841947" cy="21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b="true" sz="1461">
                <a:solidFill>
                  <a:srgbClr val="0F1A3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Design Elements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989910" y="4963324"/>
            <a:ext cx="1841947" cy="2190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83"/>
              </a:lnSpc>
            </a:pPr>
            <a:r>
              <a:rPr lang="en-US" b="true" sz="1461">
                <a:solidFill>
                  <a:srgbClr val="0F1A38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Colors</a:t>
            </a:r>
          </a:p>
        </p:txBody>
      </p:sp>
      <p:grpSp>
        <p:nvGrpSpPr>
          <p:cNvPr name="Group 38" id="38"/>
          <p:cNvGrpSpPr/>
          <p:nvPr/>
        </p:nvGrpSpPr>
        <p:grpSpPr>
          <a:xfrm rot="0">
            <a:off x="2487441" y="5425108"/>
            <a:ext cx="484302" cy="484302"/>
            <a:chOff x="0" y="0"/>
            <a:chExt cx="812800" cy="812800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lnTo>
                    <a:pt x="406400" y="0"/>
                  </a:lnTo>
                  <a:cubicBezTo>
                    <a:pt x="630849" y="0"/>
                    <a:pt x="812800" y="181951"/>
                    <a:pt x="812800" y="406400"/>
                  </a:cubicBezTo>
                  <a:lnTo>
                    <a:pt x="812800" y="406400"/>
                  </a:lnTo>
                  <a:cubicBezTo>
                    <a:pt x="812800" y="630849"/>
                    <a:pt x="630849" y="812800"/>
                    <a:pt x="406400" y="812800"/>
                  </a:cubicBezTo>
                  <a:lnTo>
                    <a:pt x="406400" y="812800"/>
                  </a:lnTo>
                  <a:cubicBezTo>
                    <a:pt x="181951" y="812800"/>
                    <a:pt x="0" y="630849"/>
                    <a:pt x="0" y="406400"/>
                  </a:cubicBezTo>
                  <a:lnTo>
                    <a:pt x="0" y="406400"/>
                  </a:lnTo>
                  <a:cubicBezTo>
                    <a:pt x="0" y="181951"/>
                    <a:pt x="181951" y="0"/>
                    <a:pt x="406400" y="0"/>
                  </a:cubicBezTo>
                  <a:close/>
                </a:path>
              </a:pathLst>
            </a:custGeom>
            <a:solidFill>
              <a:srgbClr val="405B35"/>
            </a:solidFill>
          </p:spPr>
        </p:sp>
        <p:sp>
          <p:nvSpPr>
            <p:cNvPr name="TextBox 40" id="40"/>
            <p:cNvSpPr txBox="true"/>
            <p:nvPr/>
          </p:nvSpPr>
          <p:spPr>
            <a:xfrm>
              <a:off x="0" y="-9525"/>
              <a:ext cx="812800" cy="822325"/>
            </a:xfrm>
            <a:prstGeom prst="rect">
              <a:avLst/>
            </a:prstGeom>
          </p:spPr>
          <p:txBody>
            <a:bodyPr anchor="ctr" rtlCol="false" tIns="29700" lIns="29700" bIns="29700" rIns="29700"/>
            <a:lstStyle/>
            <a:p>
              <a:pPr algn="ctr">
                <a:lnSpc>
                  <a:spcPts val="1441"/>
                </a:lnSpc>
              </a:pPr>
            </a:p>
          </p:txBody>
        </p:sp>
      </p:grpSp>
      <p:sp>
        <p:nvSpPr>
          <p:cNvPr name="TextBox 41" id="41"/>
          <p:cNvSpPr txBox="true"/>
          <p:nvPr/>
        </p:nvSpPr>
        <p:spPr>
          <a:xfrm rot="0">
            <a:off x="2337448" y="5985972"/>
            <a:ext cx="784288" cy="1124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9"/>
              </a:lnSpc>
            </a:pPr>
            <a:r>
              <a:rPr lang="en-US" b="true" sz="834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#405B35</a:t>
            </a:r>
          </a:p>
        </p:txBody>
      </p:sp>
      <p:sp>
        <p:nvSpPr>
          <p:cNvPr name="Freeform 42" id="42"/>
          <p:cNvSpPr/>
          <p:nvPr/>
        </p:nvSpPr>
        <p:spPr>
          <a:xfrm flipH="false" flipV="false" rot="0">
            <a:off x="3956512" y="3322967"/>
            <a:ext cx="1494514" cy="1345062"/>
          </a:xfrm>
          <a:custGeom>
            <a:avLst/>
            <a:gdLst/>
            <a:ahLst/>
            <a:cxnLst/>
            <a:rect r="r" b="b" t="t" l="l"/>
            <a:pathLst>
              <a:path h="1345062" w="1494514">
                <a:moveTo>
                  <a:pt x="0" y="0"/>
                </a:moveTo>
                <a:lnTo>
                  <a:pt x="1494514" y="0"/>
                </a:lnTo>
                <a:lnTo>
                  <a:pt x="1494514" y="1345062"/>
                </a:lnTo>
                <a:lnTo>
                  <a:pt x="0" y="13450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3" id="43"/>
          <p:cNvSpPr/>
          <p:nvPr/>
        </p:nvSpPr>
        <p:spPr>
          <a:xfrm flipH="false" flipV="false" rot="0">
            <a:off x="7564044" y="3398854"/>
            <a:ext cx="744177" cy="1193287"/>
          </a:xfrm>
          <a:custGeom>
            <a:avLst/>
            <a:gdLst/>
            <a:ahLst/>
            <a:cxnLst/>
            <a:rect r="r" b="b" t="t" l="l"/>
            <a:pathLst>
              <a:path h="1193287" w="744177">
                <a:moveTo>
                  <a:pt x="0" y="0"/>
                </a:moveTo>
                <a:lnTo>
                  <a:pt x="744178" y="0"/>
                </a:lnTo>
                <a:lnTo>
                  <a:pt x="744178" y="1193287"/>
                </a:lnTo>
                <a:lnTo>
                  <a:pt x="0" y="119328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8690392" y="3443888"/>
            <a:ext cx="1164628" cy="1103220"/>
          </a:xfrm>
          <a:custGeom>
            <a:avLst/>
            <a:gdLst/>
            <a:ahLst/>
            <a:cxnLst/>
            <a:rect r="r" b="b" t="t" l="l"/>
            <a:pathLst>
              <a:path h="1103220" w="1164628">
                <a:moveTo>
                  <a:pt x="0" y="0"/>
                </a:moveTo>
                <a:lnTo>
                  <a:pt x="1164628" y="0"/>
                </a:lnTo>
                <a:lnTo>
                  <a:pt x="1164628" y="1103220"/>
                </a:lnTo>
                <a:lnTo>
                  <a:pt x="0" y="110322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5833196" y="3406984"/>
            <a:ext cx="1348678" cy="1177028"/>
          </a:xfrm>
          <a:custGeom>
            <a:avLst/>
            <a:gdLst/>
            <a:ahLst/>
            <a:cxnLst/>
            <a:rect r="r" b="b" t="t" l="l"/>
            <a:pathLst>
              <a:path h="1177028" w="1348678">
                <a:moveTo>
                  <a:pt x="0" y="0"/>
                </a:moveTo>
                <a:lnTo>
                  <a:pt x="1348678" y="0"/>
                </a:lnTo>
                <a:lnTo>
                  <a:pt x="1348678" y="1177028"/>
                </a:lnTo>
                <a:lnTo>
                  <a:pt x="0" y="117702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3E6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03606" y="1944328"/>
            <a:ext cx="7284787" cy="2050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695"/>
              </a:lnSpc>
            </a:pPr>
            <a:r>
              <a:rPr lang="en-US" sz="1389">
                <a:solidFill>
                  <a:srgbClr val="649450"/>
                </a:solidFill>
                <a:latin typeface="Canva Sans"/>
                <a:ea typeface="Canva Sans"/>
                <a:cs typeface="Canva Sans"/>
                <a:sym typeface="Canva Sans"/>
              </a:rPr>
              <a:t>This presentation template is free for everyone to use thanks to the following: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4211805" y="5985439"/>
            <a:ext cx="2571133" cy="260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2157"/>
              </a:lnSpc>
            </a:pPr>
            <a:r>
              <a:rPr lang="en-US" b="true" sz="1768" i="true">
                <a:solidFill>
                  <a:srgbClr val="649450"/>
                </a:solidFill>
                <a:latin typeface="Canva Sans Bold Italics"/>
                <a:ea typeface="Canva Sans Bold Italics"/>
                <a:cs typeface="Canva Sans Bold Italics"/>
                <a:sym typeface="Canva Sans Bold Italics"/>
              </a:rPr>
              <a:t>Happy designing!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380838" y="4094931"/>
            <a:ext cx="6233067" cy="19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541"/>
              </a:lnSpc>
            </a:pPr>
            <a:r>
              <a:rPr lang="en-US" sz="1263">
                <a:solidFill>
                  <a:srgbClr val="649450"/>
                </a:solidFill>
                <a:latin typeface="Canva Sans"/>
                <a:ea typeface="Canva Sans"/>
                <a:cs typeface="Canva Sans"/>
                <a:sym typeface="Canva Sans"/>
              </a:rPr>
              <a:t>for the presentation template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380838" y="5190972"/>
            <a:ext cx="6233067" cy="19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1">
              <a:lnSpc>
                <a:spcPts val="1541"/>
              </a:lnSpc>
            </a:pPr>
            <a:r>
              <a:rPr lang="en-US" sz="1263">
                <a:solidFill>
                  <a:srgbClr val="649450"/>
                </a:solidFill>
                <a:latin typeface="Canva Sans"/>
                <a:ea typeface="Canva Sans"/>
                <a:cs typeface="Canva Sans"/>
                <a:sym typeface="Canva Sans"/>
              </a:rPr>
              <a:t>for the photos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025319" y="1381006"/>
            <a:ext cx="4641362" cy="482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604"/>
              </a:lnSpc>
            </a:pPr>
            <a:r>
              <a:rPr lang="en-US" b="true" sz="3604" spc="-209">
                <a:solidFill>
                  <a:srgbClr val="64945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CREDITS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80978" y="4734824"/>
            <a:ext cx="3832787" cy="387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976"/>
              </a:lnSpc>
            </a:pPr>
            <a:r>
              <a:rPr lang="en-US" sz="2976">
                <a:solidFill>
                  <a:srgbClr val="649450"/>
                </a:solidFill>
                <a:latin typeface="Canva Sans"/>
                <a:ea typeface="Canva Sans"/>
                <a:cs typeface="Canva Sans"/>
                <a:sym typeface="Canva Sans"/>
              </a:rPr>
              <a:t>Pexels, Pixabay</a:t>
            </a: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3973704" y="3209922"/>
            <a:ext cx="3047335" cy="761834"/>
          </a:xfrm>
          <a:custGeom>
            <a:avLst/>
            <a:gdLst/>
            <a:ahLst/>
            <a:cxnLst/>
            <a:rect r="r" b="b" t="t" l="l"/>
            <a:pathLst>
              <a:path h="761834" w="3047335">
                <a:moveTo>
                  <a:pt x="0" y="0"/>
                </a:moveTo>
                <a:lnTo>
                  <a:pt x="3047336" y="0"/>
                </a:lnTo>
                <a:lnTo>
                  <a:pt x="3047336" y="761834"/>
                </a:lnTo>
                <a:lnTo>
                  <a:pt x="0" y="76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DAG2fqcEwRc</dc:identifier>
  <dcterms:modified xsi:type="dcterms:W3CDTF">2011-08-01T06:04:30Z</dcterms:modified>
  <cp:revision>1</cp:revision>
  <dc:title>Copy of One Page Executive Summary Slide</dc:title>
</cp:coreProperties>
</file>